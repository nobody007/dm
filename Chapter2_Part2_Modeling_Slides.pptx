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3017520"/>
            <a:ext cx="5943600" cy="5943600"/>
          </a:xfrm>
          <a:prstGeom prst="ellipse">
            <a:avLst/>
          </a:prstGeom>
          <a:solidFill>
            <a:srgbClr val="223762"/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-1645920"/>
            <a:ext cx="3291840" cy="329184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STUDY 1 · CHAPTER 2 · PART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조류 대발생 예측 (2)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모델링, 평가, 최종 예측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선형회귀와 회귀나무로 모델을 만들고, 교차검증으로 평가한 뒤, 140개 테스트 샘플의 조류 빈도를 예측한다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080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A0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 1에서 완성한 clean.algae(198개, 결측치 없음)와 algae(198개, 회귀나무용 원본)를 이어서 사용합니다. 코드와 수치는 R을 직접 실행해 얻은 결과입니다.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복습 (Part 1)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28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1038118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200개 수질 샘플, 11개 설명변수(계절·강 크기·유속 + 화학성분 8개), 7개 조류 빈도(a1~a7)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871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200400"/>
            <a:ext cx="1038118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히스토그램·박스플롯·조건부 그래프로 분포와 이상치 확인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4014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결측치 처리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343400"/>
            <a:ext cx="10381183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62·199번 제거 후, 유사 사례(최근접 이웃) 방법으로 나머지 결측치를 채운 clean.algae(198개) 완성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50468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이 데이터를 이용해 실제 예측 모델을 만들고, 어떤 모델이 더 나은지 평가한 뒤, 140개 테스트 샘플의 조류 빈도를 예측합니다.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739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모델 구축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10312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선형회귀(lm)와 회귀나무(rpart) 모델을 R로 직접 만들고 결과를 해석할 수 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82549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평가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15468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MAE·MSE·NMSE로 예측 성능을 계산하고, 교차검증으로 신뢰할 수 있는 성능을 추정할 수 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87705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선택과 결합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20624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모델의 성능을 비교하고, 가중 결합(combination) 전략을 이해할 수 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9286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예측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25780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140개 테스트 샘플의 7개 조류 빈도를 예측하고 실제 정답과 비교해볼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문제로 바라보기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766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대상(a1~a7)이 수치(빈도)이므로, 이 문제는 회귀(regression) 문제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조류를 예측해야 하므로, 사실상 7개의 독립적인 회귀 문제로 다룰 수 있음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먼저 조류 a1을 예로 들어 모델을 만들고 평가하는 과정을 살펴본 뒤, 7개 조류 전체로 확장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1737360"/>
            <a:ext cx="4144975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818120" y="2377440"/>
            <a:ext cx="350489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모델은 수치형 목표변수를 예측합니다. 반대로 목표변수가 범주(예/아니오, 클래스)라면 분류(classification) 문제가 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 MODELS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 다룰 두 가지 모델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87188" cy="310896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83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 (Linear Regression)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8385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변수들의 가중합으로 목표값을 예측하는 가장 기본적인 통계 모델. 해석이 쉽지만 결측치가 있으면 사용할 수 없음.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5868" y="1783080"/>
            <a:ext cx="5387188" cy="3108960"/>
          </a:xfrm>
          <a:prstGeom prst="roundRect">
            <a:avLst>
              <a:gd name="adj" fmla="val 3529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6530188" y="2011680"/>
            <a:ext cx="4838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6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회귀나무 (Regression Tree)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0188" y="2560320"/>
            <a:ext cx="483854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변수에 대한 조건(질문)을 반복해 데이터를 나누는 트리 구조 모델. 결측치를 자연스럽게 다룰 수 있고, 비선형 관계도 포착.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18464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모델은 가정이 서로 다르고 결측치 처리 방식도 다르기 때문에, 선형회귀에는 clean.algae(채운 데이터)를, 회귀나무에는 algae(원본, 결측치 포함 가능)를 사용합니다.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 모델 만들기: lm()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035040" cy="1188720"/>
          </a:xfrm>
          <a:prstGeom prst="roundRect">
            <a:avLst>
              <a:gd name="adj" fmla="val 692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5559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lm.a1 &lt;- lm(a1 ~ ., data=clean.algae[,1:12])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summary(lm.a1)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~ . : a1을 나머지 모든 변수로 예측하는 모델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season/size/speed 같은 범주형 변수는 자동으로 더미(0/1) 변수로 변환됨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37360"/>
          <a:ext cx="4785055" cy="2743200"/>
        </p:xfrm>
        <a:graphic>
          <a:graphicData uri="http://schemas.openxmlformats.org/drawingml/2006/table">
            <a:tbl>
              <a:tblPr/>
              <a:tblGrid>
                <a:gridCol w="2651760"/>
                <a:gridCol w="2130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결과 요약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Multiple R-squared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0.3739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Adjusted R-squared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0.3223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F-statistic (p-value)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7.245  (p = 2.2e-12)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유의한 변수(p&lt;0.05)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sizesmall(*), NO3(**)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summary(lm.a1) 결과 해석하기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28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Residuals (잔차)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실제값과 예측값의 차이. 평균이 0에 가깝고 좌우 대칭일수록 바람직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77977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계수(Coefficients)와 t-test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10896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변수의 영향력(추정값)과 표준오차. p-value(Pr(&gt;|t|))가 작을수록 해당 변수가 유의미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8313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R-squared (결정계수)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16052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모델이 설명하는 분산의 비율. 1에 가까울수록 적합도가 좋음 (a1 모델은 0.37로 낮은 편)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88289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F-statistic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21208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전체가 목표변수와 무관하지 않다는 가설을 검정. p-value가 작으면(2.2e-12) 모델이 유의미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범주형 변수는 어떻게 처리될까? (더미 변수)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k개의 값을 갖는 범주형(factor) 변수는 k-1개의 더미(0/1) 변수로 변환됨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season(4개 값) → seasonspring, seasonsummer, seasonwinter (3개 변수)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더미 변수가 모두 0이면 '기준값'인 autumn을 의미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size(3개 값) → sizemedium, sizesmall / speed(3개 값) → speedlow, speedmedium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2F5F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138928"/>
            <a:ext cx="1063721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summary(lm.a1) 결과에 seasonspring, seasonsummer, seasonwinter, sizemedium, sizesmall, speedlow, speedmedium 이 개별 변수로 나타난 이유가 바로 이것입니다.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SIMPLIFICATION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단순화 ①: anova()로 변수 중요도 보기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120640" cy="777240"/>
          </a:xfrm>
          <a:prstGeom prst="roundRect">
            <a:avLst>
              <a:gd name="adj" fmla="val 10588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46451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anova(lm.a1)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603504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p-value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유의성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season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0.965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(가장 낮음)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size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5.6e-08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***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speed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0.0022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**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oPO4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0.0001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***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0.0012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**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Chla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0.256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223760" y="1737360"/>
            <a:ext cx="44192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anova() : 변수가 순서대로 모델에 추가될 때 오차가 얼마나 줄어드는지 검정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season이 오차 감소에 가장 적게 기여(p=0.965) → 제거 후보 1순위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update(lm.a1, . ~ . - season) 로 season을 제거한 lm2.a1 생성 → R² 0.3739→0.3692로 거의 변화 없음(anova 비교 p=0.71, 유의한 차이 없음)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SIMPLIFICATION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단순화 ②: step()으로 자동 변수 선택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737360"/>
          </a:xfrm>
          <a:prstGeom prst="roundRect">
            <a:avLst>
              <a:gd name="adj" fmla="val 4737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final.lm &lt;- step(lm.a1)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...  (AIC 기준으로 변수를 하나씩 제거)  ...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summary(final.lm)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Call: lm(formula = a1 ~ size + mxPH + Cl + NO3 + PO4, ...)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step() : AIC(Akaike Information Criterion)를 기준으로 변수를 자동으로 추가/제거하며 최적 모델 탐색 (기본은 후진제거)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 변수로 시작해 최종적으로 5개 변수(size, mxPH, Cl, NO3, PO4)만 남김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5458968"/>
            <a:ext cx="1063721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모델(final.lm) 실행 결과 — R² = 0.3538, Adj R² = 0.3335, Residual SE = 17.49, F = 17.43 (p = 4.75e-16). 변수는 줄었지만 설명력은 원래 모델과 비슷 → 더 단순하면서 성능은 유지.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REGRESSION TREE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회귀나무 모델 만들기: rpart()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2743200"/>
          </a:xfrm>
          <a:prstGeom prst="roundRect">
            <a:avLst>
              <a:gd name="adj" fmla="val 3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library(rpart)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rt.a1 &lt;- rpart(a1 ~ ., data=algae[,1:12])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rt.a1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root 198 90401.29 16.996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2) PO4&gt;=43.818 147 31279.12  8.980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4) Cl&gt;=7.8065 140 21622.83  7.493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8) oPO4&gt;=51.118 84  3441.15  3.846 *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9) oPO4&lt; 51.118 56 15389.43 12.963</a:t>
            </a:r>
            <a:endParaRPr lang="en-US" sz="11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3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...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algae(원본, 결측치 포함 가능)를 그대로 사용 — 회귀나무는 결측치를 내부적으로 처리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rpart()가 사용한 데이터는 198개 샘플, 전체 평균(root) 16.996에서 시작해 조건을 따라 나뉨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결과: PO4, Cl, oPO4, mnO2, NO3, mxPH 변수를 사용한 10개의 leaf(잎) 노드로 구성된 트리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REGRESSION TREE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회귀나무 시각화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10618927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plot(rt.a1, uniform=T, branch=0.5, margin=0.1)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text(rt.a1, cex=0.8)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18511" y="2670048"/>
            <a:ext cx="6154674" cy="3941064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0" name="Image 0" descr="/tmp/work/ch2/plots/tree_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1663" y="2743200"/>
            <a:ext cx="600837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REGRESSION TREE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회귀나무는 어떻게 읽을까?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28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뿌리(root)에서 시작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198개 샘플의 평균값(16.996)에서 출발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277977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조건(질문)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10896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'PO4 ≥ 43.82인가?' — 참이면 왼쪽, 거짓이면 오른쪽 가지로 이동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38313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잎(leaf)에 도달하면 예측 완료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16052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이상 나뉘지 않는 마지막 노드의 평균값이 그 조건을 만족하는 샘플들의 예측값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61872" y="488289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변수는 자동 선택됨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5212080"/>
            <a:ext cx="10381183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트리가 스스로 가장 정보량이 큰 변수와 기준값을 선택 — 모든 변수가 트리에 등장할 필요는 없음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PRUNING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과적합 방지: printcp()로 트리 크기 살펴보기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029200" cy="777240"/>
          </a:xfrm>
          <a:prstGeom prst="roundRect">
            <a:avLst>
              <a:gd name="adj" fmla="val 10588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4553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printcp(rt.a1)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5943600" cy="338328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201168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nsplit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rel error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xerror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xstd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1.015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0.131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0.594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0.800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0.522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0.123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0.491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0.650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0.405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0.645 (최소)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0.110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(전체)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0.355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0.684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0.111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95160" y="1737360"/>
            <a:ext cx="46478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rel error : 훈련 데이터에서의 상대오차 (트리가 커질수록 계속 감소 — 과적합 위험)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xerror : 10-fold 교차검증으로 추정한 신뢰할 수 있는 상대오차 (더 중요!)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가지가 늘어난다고 xerror가 항상 줄지는 않음 → 무작정 큰 트리가 좋은 것은 아님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PRUNING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1-SE 규칙으로 최적 크기 선택하기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1-SE 규칙: 최소 xerror + 표준오차(xstd) 이내에서 가장 작은(단순한) 트리를 선택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결과: 최소 xerror = 0.645(nsplit=6), 허용 한계 = 0.645+0.110 = 0.755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이내의 가장 작은 트리는 nsplit=2 (3개의 잎) — 복잡도 대비 성능이 좋은 균형점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prune(rt.a1, cp=값) 으로 원하는 크기까지 가지치기 가능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165696" y="1755648"/>
            <a:ext cx="4169664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8" name="Image 0" descr="/tmp/work/ch2/plots/tree_a1_pru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848" y="1828800"/>
            <a:ext cx="402336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0" y="4754880"/>
            <a:ext cx="4785055" cy="1280160"/>
          </a:xfrm>
          <a:prstGeom prst="roundRect">
            <a:avLst>
              <a:gd name="adj" fmla="val 5714"/>
            </a:avLst>
          </a:prstGeom>
          <a:solidFill>
            <a:srgbClr val="F2F5F9"/>
          </a:solidFill>
          <a:ln/>
        </p:spPr>
      </p:sp>
      <p:sp>
        <p:nvSpPr>
          <p:cNvPr id="10" name="Text 7"/>
          <p:cNvSpPr/>
          <p:nvPr/>
        </p:nvSpPr>
        <p:spPr>
          <a:xfrm>
            <a:off x="7086600" y="4864608"/>
            <a:ext cx="432785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prune(rt.a1, cp=0.08)로 자른 트리 (PO4 기준 단 1번만 분기) — 지나치게 단순화된 예시로, 실전에는 1-SE 규칙의 cp값을 사용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 성능, 어떻게 측정할까?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739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MAE (평균절대오차)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103120"/>
            <a:ext cx="1038118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mean(|예측값 - 실제값|) — 오차의 평균 크기. 목표변수와 같은 단위라 해석이 쉬움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300837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 (평균제곱오차)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337560"/>
            <a:ext cx="1038118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mean((예측값 - 실제값)²) — 큰 오차에 더 큰 벌점을 부여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42428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NMSE (정규화 평균제곱오차)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572000"/>
            <a:ext cx="1038118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MSE ÷ (단순히 평균만 예측했을 때의 MSE) — 1보다 작으면 '평균 예측'보다 낫다는 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F2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504688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NMSE는 값의 스케일에 영향받지 않아, 서로 다른 조류(a1~a7)의 성능을 공정하게 비교할 때 특히 유용합니다.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 vs 회귀나무: 훈련 데이터 성능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051560"/>
          </a:xfrm>
          <a:prstGeom prst="roundRect">
            <a:avLst>
              <a:gd name="adj" fmla="val 7826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lm.predictions.a1 &lt;- predict(final.lm, clean.algae)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rt.predictions.a1 &lt;- predict(rt.a1, algae)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94415" cy="1920240"/>
        </p:xfrm>
        <a:graphic>
          <a:graphicData uri="http://schemas.openxmlformats.org/drawingml/2006/table">
            <a:tbl>
              <a:tblPr/>
              <a:tblGrid>
                <a:gridCol w="3694176"/>
                <a:gridCol w="3694176"/>
                <a:gridCol w="3703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선형회귀 (lm)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회귀나무 (rt)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13.10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8.48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MSE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295.04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161.92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NMSE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0.646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0.355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230368"/>
            <a:ext cx="10637215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수치는 책의 원본 예제와 R/rpart 버전 차이로 조금 다를 수 있지만, 이번 실행에서는 이 데이터(clean.algae/algae)와 코드로 직접 계산한 실제 결과입니다. 훈련 데이터 자체에 대한 성능이므로 과대평가(과적합)될 수 있다는 점에 유의 — 신뢰할 수 있는 비교는 잠시 후 교차검증으로 진행합니다.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예측값 vs 실제값 시각화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206240" cy="1691640"/>
          </a:xfrm>
          <a:prstGeom prst="roundRect">
            <a:avLst>
              <a:gd name="adj" fmla="val 4865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373075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plot(lm.predictions.a1, algae[,'a1'])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abline(0,1,lty=2)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plot(rt.predictions.a1, algae[,'a1'])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abline(0,1,lty=2)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점선(대각선)에 가까울수록 예측이 정확함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 모두 큰 값에서 오차가 커지는 경향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선형회귀는 음수 예측을 만들어내는 문제가 있음(다음 슬라이드에서 보정)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76976" y="1481328"/>
            <a:ext cx="4626864" cy="4626864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A">
                <a:alpha val="18000"/>
              </a:srgbClr>
            </a:outerShdw>
          </a:effectLst>
        </p:spPr>
      </p:sp>
      <p:pic>
        <p:nvPicPr>
          <p:cNvPr id="11" name="Image 0" descr="/tmp/work/ch2/plots/pred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128" y="1554480"/>
            <a:ext cx="448056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지식 활용하기: 음수 예측 보정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5625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sensible.lm.predictions.a1 &lt;-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ifelse(lm.predictions.a1 &lt; 0, 0, lm.predictions.a1)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mean(abs(sensible.lm.predictions.a1 - algae[,'a1']))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74720"/>
          <a:ext cx="6858000" cy="14630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보정 전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보정 후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MAE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13.10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12.47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NMSE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0.646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0.626</a:t>
                      </a:r>
                      <a:endParaRPr lang="en-US" sz="14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80960" y="1737360"/>
            <a:ext cx="39620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조류의 발생 빈도는 절대 음수일 수 없음 — 이런 도메인 지식을 모델에 반영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ifelse()로 음수 예측을 0으로 잘라내는 간단한 후처리만으로 성능이 향상됨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VALIDATION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훈련 데이터 성능만으로는 부족할까?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훈련에 사용한 데이터로 측정한 성능은 낙관적으로 편향됨 (과적합, overfitting)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중요한 것은 '한 번도 보지 못한 새로운 데이터'에 대한 성능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K-fold 교차검증: 데이터를 K개로 나눈 뒤, 그중 1개는 평가용, 나머지 K-1개는 훈련용으로 삼아 K번 반복 → K개의 성능 점수를 평균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실습은 재현 가능하도록 set.seed()로 난수를 고정했습니다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1737360"/>
            <a:ext cx="3870655" cy="2377440"/>
          </a:xfrm>
          <a:prstGeom prst="roundRect">
            <a:avLst>
              <a:gd name="adj" fmla="val 3846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783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092440" y="2377440"/>
            <a:ext cx="323057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일반적으로 K=10을 많이 사용합니다. 데이터가 작을수록 교차검증이 특히 중요합니다 — 우리 데이터는 198개뿐이라 더욱 그렇습니다.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VALIDATION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10-fold 교차검증 실행 (조류 a1)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188720"/>
          </a:xfrm>
          <a:prstGeom prst="roundRect">
            <a:avLst>
              <a:gd name="adj" fmla="val 692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set.seed(20260825)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cv10.res &lt;- cross.validation(algae, clean.algae)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cv10.res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4415" cy="1645920"/>
        </p:xfrm>
        <a:graphic>
          <a:graphicData uri="http://schemas.openxmlformats.org/drawingml/2006/table">
            <a:tbl>
              <a:tblPr/>
              <a:tblGrid>
                <a:gridCol w="3694176"/>
                <a:gridCol w="3694176"/>
                <a:gridCol w="3703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NMSE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표준편차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선형회귀 (lm)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0.161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회귀나무 (rt)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0.701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0.267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02920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138928"/>
            <a:ext cx="1063721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모델의 평균 성능은 비슷하지만(0.72 vs 0.70), 회귀나무의 fold별 편차(표준편차 0.267)가 선형회귀(0.161)보다 훨씬 큽니다 — 즉 데이터 나누기에 따라 성능이 더 들쭉날쭉합니다.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CROSS VALIDATION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모델의 차이는 통계적으로 유의미할까?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949440" cy="2651760"/>
          </a:xfrm>
          <a:prstGeom prst="roundRect">
            <a:avLst>
              <a:gd name="adj" fmla="val 310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647395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t.test(cv10.res$lm$fold.res, cv10.res$rt$fold.res,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paired=T)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Paired t-test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0.209, df = 9, p-value = 0.839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percent confidence interval: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-0.204  0.246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of the differences: 0.0208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대응표본 t검정(paired t-test): 같은 10개 fold에서 측정한 두 모델의 성능 차이가 0인지 검정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p-value = 0.839 ≫ 0.05 → 두 모델의 성능 차이가 통계적으로 유의미하다고 볼 수 없음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조류 a1 하나만 놓고 보면, 선형회귀와 회귀나무 중 어느 쪽이 더 낫다고 확신할 수 없음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ALGAE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조류 전체로 확장하기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2651760"/>
          </a:xfrm>
          <a:prstGeom prst="roundRect">
            <a:avLst>
              <a:gd name="adj" fmla="val 310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cv.all &lt;- function(all.data, clean.data, n.folds=10) {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for (i in 1:n.folds)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for (a in 1:7) {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# a번째 조류(target)에 대해 lm, rt 모델을 만들고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  # 가중 결합(comb) NMSE까지 함께 계산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}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list(lm=..., rt=..., comb=...)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}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all.res &lt;- cv.all(algae, clean.algae)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바깥쪽 for문(10-fold) 안에 안쪽 for문(7개 조류)을 중첩 — 조류마다, fold마다 lm/rt 모델을 새로 학습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이번에는 두 모델의 예측을 가중평균한 '결합(combination)' 모델의 성능도 함께 추정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ALGAE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조류의 교차검증 NMSE 비교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2194560"/>
        </p:xfrm>
        <a:graphic>
          <a:graphicData uri="http://schemas.openxmlformats.org/drawingml/2006/table">
            <a:tbl>
              <a:tblPr/>
              <a:tblGrid>
                <a:gridCol w="1188720"/>
                <a:gridCol w="1415491"/>
                <a:gridCol w="1415491"/>
                <a:gridCol w="1415491"/>
                <a:gridCol w="1415491"/>
                <a:gridCol w="1415491"/>
                <a:gridCol w="1415491"/>
                <a:gridCol w="14127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a5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a6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a7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0.722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0.830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0.971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1.263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0.928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1.199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0.691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1.103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comb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0.602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0.813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0.914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0.849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0.852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1.028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60520"/>
            <a:ext cx="110944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결합(comb) 모델이 a7을 제외한 모든 조류에서 가장 낮은(좋은) NMSE를 기록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회귀나무의 rt=1.000은 트리 성장이 되지 않아(변수 관계가 약해) '평균만 예측'한 것과 같은 성능이라는 의미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a7은 모든 모델이 1에 가깝거나 넘음 → 이 조류는 화학 성분만으로 예측하기 특히 어려움을 시사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COMBINATION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결합(Combination) 모델은 어떻게 만들어질까?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 &lt;- 1 - perf.lm / (perf.lm + perf.rt)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 &lt;- 1 - wl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7E1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comb.preds &lt;- wl * lm.preds + wr * rt.preds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모델의 예측을 단순 평균하는 대신, 교차검증에서 측정한 성능(NMSE)에 반비례하는 가중치를 부여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성능이 좋은(NMSE가 작은) 모델일수록 더 큰 가중치를 받음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모델을 섞으면(앙상블), 한 모델의 약점을 다른 모델이 보완해 전체적으로 더 안정적인 예측을 얻을 수 있음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PREDICTIONS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140개 테스트 샘플(Eval.txt) 준비하기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26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94415" cy="2286000"/>
          </a:xfrm>
          <a:prstGeom prst="roundRect">
            <a:avLst>
              <a:gd name="adj" fmla="val 36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10618927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test.algae &lt;- read.table('Eval.txt', ...)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data4dist &lt;- rbind(algae[,1:11], test.algae[,1:11])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dist.mtx &lt;- as.matrix(daisy(data4dist, stand=T))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clean.test.algae &lt;- test.algae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for(r in which(!complete.cases(test.algae)))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clean.test.algae[r, which(is.na(test.algae[r,]))] &lt;-</a:t>
            </a:r>
            <a:endParaRPr lang="en-US" sz="123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3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 apply(..., 2, central.value)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110944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데이터는 목표변수(a1~a7)가 없는 11개 설명변수만 포함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훈련+테스트 데이터를 합쳐서 거리행렬을 계산해야 테스트 샘플의 결측치도 '가장 비슷한 이웃'으로 채울 수 있음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회귀나무는 결측치를 그대로 다룰 수 있으므로 원본 test.algae를 그대로 사용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PREDICTIONS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예측 만들기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1371600"/>
          </a:xfrm>
          <a:prstGeom prst="roundRect">
            <a:avLst>
              <a:gd name="adj" fmla="val 6000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10618927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lm.models &lt;- lm.all(clean.algae, clean.test.algae)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rt.models &lt;- rt.all(algae, test.algae)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final &lt;- final.preds(lm.models$preds, rt.models$preds, all.res)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4415" cy="1965960"/>
        </p:xfrm>
        <a:graphic>
          <a:graphicData uri="http://schemas.openxmlformats.org/drawingml/2006/table">
            <a:tbl>
              <a:tblPr/>
              <a:tblGrid>
                <a:gridCol w="914400"/>
                <a:gridCol w="1453896"/>
                <a:gridCol w="1453896"/>
                <a:gridCol w="1453896"/>
                <a:gridCol w="1453896"/>
                <a:gridCol w="1453896"/>
                <a:gridCol w="1453896"/>
                <a:gridCol w="145663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샘플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7.97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7.68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4.12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2.48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12.67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7.99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1.15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5.19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7.80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2.59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15.15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7.78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2.32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4.43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1.95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14.37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6.34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4.90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1.69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3949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504688"/>
            <a:ext cx="1063721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조류마다 7개(a1~a7)의 lm 모델과 rt 모델을 200개 전체 훈련 데이터로 새로 학습한 뒤, all.res의 교차검증 성능으로 가중 결합해 140개 테스트 샘플의 예측값을 만듭니다. (위 표는 처음 4개 샘플)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FINAL PREDICTIONS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정답(Sols.txt)과 비교하기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80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 CONSOLE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1188720"/>
          </a:xfrm>
          <a:prstGeom prst="roundRect">
            <a:avLst>
              <a:gd name="adj" fmla="val 6923"/>
            </a:avLst>
          </a:prstGeom>
          <a:solidFill>
            <a:srgbClr val="1019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37944"/>
            <a:ext cx="106189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algae.sols &lt;- read.table('Sols.txt', ...)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F6C1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apply((final-algae.sols)^2, 2, mean) / apply(base.sq.errs, 2, mean)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11094415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1297534"/>
                <a:gridCol w="1297534"/>
                <a:gridCol w="1297534"/>
                <a:gridCol w="1297534"/>
                <a:gridCol w="1297534"/>
                <a:gridCol w="1297534"/>
                <a:gridCol w="129753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11.24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7.09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4.07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1.73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7.63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2.70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NMSE(대비 기준선)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0.544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0.940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0.886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0.661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0.887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0.878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1.012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9377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기준선(baseline) = 훈련 데이터의 평균값만 예측하는 가장 단순한 모델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a1·a4는 기준선보다 크게 개선(NMSE 0.54, 0.66) — 화학 성분이 예측에 유용했다는 뜻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a7만 기준선보다 살짝 나쁨(NMSE 1.01) — 예측이 어려운 조류였다는 앞선 관찰과 일치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A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전체 정리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탐색 → 결측치 처리 → 모델 구축(선형회귀·회귀나무) → 교차검증 평가 → 모델 결합 → 최종 예측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선형회귀와 회귀나무는 성능이 비슷했지만(a1 기준 통계적으로 유의한 차이 없음), 결합 모델이 대부분의 조류에서 더 안정적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E7E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R로 전체 데이터마이닝 파이프라인을 처음부터 끝까지 직접 구현해 봄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22376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 (Chapter 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주식시장 수익률 예측 — 시계열 데이터, MySQL 연동, 거래 신호와 시뮬레이션 트레이더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 2 · Part 2 — 모델링과 평가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54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PRACTICE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해보기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1872" y="172821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조류로 반복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1872" y="205740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대신 a2에 대해 lm()과 rpart() 모델을 만들고, MAE/NMSE를 비교해보세요.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314553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 크기 바꿔보기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61872" y="347472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prune(rt.a1, cp=값)에서 cp를 다르게 주어 트리 크기가 어떻게 달라지는지 관찰해보세요.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61872" y="4562856"/>
            <a:ext cx="103811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직접 계산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1872" y="4892040"/>
            <a:ext cx="10381183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all.res의 a3 결과로 wl, wr 가중치를 손으로 계산해보고, comb의 NMSE(0.914)와 비교해보세요.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2026-08-25T13:36:30Z</dcterms:created>
  <dcterms:modified xsi:type="dcterms:W3CDTF">2026-08-25T13:36:30Z</dcterms:modified>
</cp:coreProperties>
</file>